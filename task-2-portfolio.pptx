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oppins Bold" charset="1" panose="000008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5968" y="1371600"/>
            <a:ext cx="15268703" cy="621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4"/>
              </a:lnSpc>
            </a:pPr>
            <a:r>
              <a:rPr lang="en-US" sz="24005" spc="-12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TASK 2</a:t>
            </a:r>
          </a:p>
          <a:p>
            <a:pPr algn="l">
              <a:lnSpc>
                <a:spcPts val="22804"/>
              </a:lnSpc>
            </a:pPr>
            <a:r>
              <a:rPr lang="en-US" b="true" sz="24005" spc="-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Portfolio.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06506" y="7926419"/>
            <a:ext cx="6068030" cy="77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b="true" sz="4600" spc="2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AASTHA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702882"/>
          </a:xfrm>
          <a:custGeom>
            <a:avLst/>
            <a:gdLst/>
            <a:ahLst/>
            <a:cxnLst/>
            <a:rect r="r" b="b" t="t" l="l"/>
            <a:pathLst>
              <a:path h="10702882" w="18288000">
                <a:moveTo>
                  <a:pt x="0" y="0"/>
                </a:moveTo>
                <a:lnTo>
                  <a:pt x="18288000" y="0"/>
                </a:lnTo>
                <a:lnTo>
                  <a:pt x="18288000" y="10702882"/>
                </a:lnTo>
                <a:lnTo>
                  <a:pt x="0" y="10702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60" t="0" r="-786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489412" y="469145"/>
            <a:ext cx="405581" cy="1477280"/>
          </a:xfrm>
          <a:custGeom>
            <a:avLst/>
            <a:gdLst/>
            <a:ahLst/>
            <a:cxnLst/>
            <a:rect r="r" b="b" t="t" l="l"/>
            <a:pathLst>
              <a:path h="1477280" w="405581">
                <a:moveTo>
                  <a:pt x="0" y="0"/>
                </a:moveTo>
                <a:lnTo>
                  <a:pt x="405581" y="0"/>
                </a:lnTo>
                <a:lnTo>
                  <a:pt x="405581" y="1477281"/>
                </a:lnTo>
                <a:lnTo>
                  <a:pt x="0" y="14772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156610"/>
            <a:ext cx="18520371" cy="12020837"/>
          </a:xfrm>
          <a:custGeom>
            <a:avLst/>
            <a:gdLst/>
            <a:ahLst/>
            <a:cxnLst/>
            <a:rect r="r" b="b" t="t" l="l"/>
            <a:pathLst>
              <a:path h="12020837" w="18520371">
                <a:moveTo>
                  <a:pt x="0" y="0"/>
                </a:moveTo>
                <a:lnTo>
                  <a:pt x="18520371" y="0"/>
                </a:lnTo>
                <a:lnTo>
                  <a:pt x="18520371" y="12020838"/>
                </a:lnTo>
                <a:lnTo>
                  <a:pt x="0" y="120208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84" t="0" r="0" b="-1409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0801" y="0"/>
            <a:ext cx="18428801" cy="10287000"/>
          </a:xfrm>
          <a:custGeom>
            <a:avLst/>
            <a:gdLst/>
            <a:ahLst/>
            <a:cxnLst/>
            <a:rect r="r" b="b" t="t" l="l"/>
            <a:pathLst>
              <a:path h="10287000" w="18428801">
                <a:moveTo>
                  <a:pt x="0" y="0"/>
                </a:moveTo>
                <a:lnTo>
                  <a:pt x="18428801" y="0"/>
                </a:lnTo>
                <a:lnTo>
                  <a:pt x="1842880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53" r="-12367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52612"/>
            <a:ext cx="18288000" cy="9381775"/>
          </a:xfrm>
          <a:custGeom>
            <a:avLst/>
            <a:gdLst/>
            <a:ahLst/>
            <a:cxnLst/>
            <a:rect r="r" b="b" t="t" l="l"/>
            <a:pathLst>
              <a:path h="9381775" w="18288000">
                <a:moveTo>
                  <a:pt x="0" y="0"/>
                </a:moveTo>
                <a:lnTo>
                  <a:pt x="18288000" y="0"/>
                </a:lnTo>
                <a:lnTo>
                  <a:pt x="18288000" y="9381776"/>
                </a:lnTo>
                <a:lnTo>
                  <a:pt x="0" y="9381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72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DAHFb7ENSE4</dc:identifier>
  <dcterms:modified xsi:type="dcterms:W3CDTF">2011-08-01T06:04:30Z</dcterms:modified>
  <cp:revision>1</cp:revision>
  <dc:title>AASTHA</dc:title>
</cp:coreProperties>
</file>