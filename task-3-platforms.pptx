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Ultra-Bold" charset="1" panose="00000900000000000000"/>
      <p:regular r:id="rId12"/>
    </p:embeddedFon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640" y="2210111"/>
            <a:ext cx="16544014" cy="6465506"/>
            <a:chOff x="0" y="0"/>
            <a:chExt cx="3139272" cy="12268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39272" cy="1226847"/>
            </a:xfrm>
            <a:custGeom>
              <a:avLst/>
              <a:gdLst/>
              <a:ahLst/>
              <a:cxnLst/>
              <a:rect r="r" b="b" t="t" l="l"/>
              <a:pathLst>
                <a:path h="1226847" w="3139272">
                  <a:moveTo>
                    <a:pt x="1569636" y="0"/>
                  </a:moveTo>
                  <a:cubicBezTo>
                    <a:pt x="702750" y="0"/>
                    <a:pt x="0" y="274639"/>
                    <a:pt x="0" y="613424"/>
                  </a:cubicBezTo>
                  <a:cubicBezTo>
                    <a:pt x="0" y="952208"/>
                    <a:pt x="702750" y="1226847"/>
                    <a:pt x="1569636" y="1226847"/>
                  </a:cubicBezTo>
                  <a:cubicBezTo>
                    <a:pt x="2436522" y="1226847"/>
                    <a:pt x="3139272" y="952208"/>
                    <a:pt x="3139272" y="613424"/>
                  </a:cubicBezTo>
                  <a:cubicBezTo>
                    <a:pt x="3139272" y="274639"/>
                    <a:pt x="2436522" y="0"/>
                    <a:pt x="1569636" y="0"/>
                  </a:cubicBezTo>
                  <a:close/>
                </a:path>
              </a:pathLst>
            </a:custGeom>
            <a:solidFill>
              <a:srgbClr val="D5434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94307" y="76917"/>
              <a:ext cx="2550658" cy="103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454637">
            <a:off x="230240" y="1786903"/>
            <a:ext cx="16840627" cy="7892254"/>
            <a:chOff x="0" y="0"/>
            <a:chExt cx="3394347" cy="15907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94347" cy="1590739"/>
            </a:xfrm>
            <a:custGeom>
              <a:avLst/>
              <a:gdLst/>
              <a:ahLst/>
              <a:cxnLst/>
              <a:rect r="r" b="b" t="t" l="l"/>
              <a:pathLst>
                <a:path h="1590739" w="3394347">
                  <a:moveTo>
                    <a:pt x="1697174" y="0"/>
                  </a:moveTo>
                  <a:cubicBezTo>
                    <a:pt x="759850" y="0"/>
                    <a:pt x="0" y="356099"/>
                    <a:pt x="0" y="795370"/>
                  </a:cubicBezTo>
                  <a:cubicBezTo>
                    <a:pt x="0" y="1234640"/>
                    <a:pt x="759850" y="1590739"/>
                    <a:pt x="1697174" y="1590739"/>
                  </a:cubicBezTo>
                  <a:cubicBezTo>
                    <a:pt x="2634496" y="1590739"/>
                    <a:pt x="3394347" y="1234640"/>
                    <a:pt x="3394347" y="795370"/>
                  </a:cubicBezTo>
                  <a:cubicBezTo>
                    <a:pt x="3394347" y="356099"/>
                    <a:pt x="2634496" y="0"/>
                    <a:pt x="1697174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318220" y="111032"/>
              <a:ext cx="2757907" cy="1330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77868" y="2161045"/>
            <a:ext cx="12595557" cy="5517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02"/>
              </a:lnSpc>
              <a:spcBef>
                <a:spcPct val="0"/>
              </a:spcBef>
            </a:pPr>
            <a:r>
              <a:rPr lang="en-US" b="true" sz="15358">
                <a:solidFill>
                  <a:srgbClr val="071828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TASK-3-PLATFORMS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352811" y="3371934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9129123"/>
            <a:ext cx="3863286" cy="258353"/>
          </a:xfrm>
          <a:custGeom>
            <a:avLst/>
            <a:gdLst/>
            <a:ahLst/>
            <a:cxnLst/>
            <a:rect r="r" b="b" t="t" l="l"/>
            <a:pathLst>
              <a:path h="258353" w="3863286">
                <a:moveTo>
                  <a:pt x="0" y="0"/>
                </a:moveTo>
                <a:lnTo>
                  <a:pt x="3863286" y="0"/>
                </a:lnTo>
                <a:lnTo>
                  <a:pt x="3863286" y="258354"/>
                </a:lnTo>
                <a:lnTo>
                  <a:pt x="0" y="258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96014" y="1153523"/>
            <a:ext cx="3863286" cy="258353"/>
          </a:xfrm>
          <a:custGeom>
            <a:avLst/>
            <a:gdLst/>
            <a:ahLst/>
            <a:cxnLst/>
            <a:rect r="r" b="b" t="t" l="l"/>
            <a:pathLst>
              <a:path h="258353" w="3863286">
                <a:moveTo>
                  <a:pt x="0" y="0"/>
                </a:moveTo>
                <a:lnTo>
                  <a:pt x="3863286" y="0"/>
                </a:lnTo>
                <a:lnTo>
                  <a:pt x="3863286" y="258354"/>
                </a:lnTo>
                <a:lnTo>
                  <a:pt x="0" y="258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993386" y="6152021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9625" y="1028700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687632" y="8675617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247239" y="8266304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43879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PART 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81013" y="1593147"/>
            <a:ext cx="1975199" cy="2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  <a:spcBef>
                <a:spcPct val="0"/>
              </a:spcBef>
            </a:pPr>
            <a:r>
              <a:rPr lang="en-US" sz="1570" spc="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creative portfolio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47239" y="2732069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66699" y="3496993"/>
            <a:ext cx="13101914" cy="312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17"/>
              </a:lnSpc>
            </a:pPr>
            <a:r>
              <a:rPr lang="en-US" sz="89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HackerRank’s Python</a:t>
            </a:r>
          </a:p>
          <a:p>
            <a:pPr algn="ctr">
              <a:lnSpc>
                <a:spcPts val="12517"/>
              </a:lnSpc>
            </a:pPr>
            <a:r>
              <a:rPr lang="en-US" sz="89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Introduction Challenge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89951" y="0"/>
            <a:ext cx="13610120" cy="10207590"/>
            <a:chOff x="0" y="0"/>
            <a:chExt cx="20320000" cy="152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00" cy="15240000"/>
            </a:xfrm>
            <a:custGeom>
              <a:avLst/>
              <a:gdLst/>
              <a:ahLst/>
              <a:cxnLst/>
              <a:rect r="r" b="b" t="t" l="l"/>
              <a:pathLst>
                <a:path h="152400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5240000"/>
                  </a:lnTo>
                  <a:lnTo>
                    <a:pt x="0" y="152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259912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PART 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81013" y="1593147"/>
            <a:ext cx="1975199" cy="2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  <a:spcBef>
                <a:spcPct val="0"/>
              </a:spcBef>
            </a:pPr>
            <a:r>
              <a:rPr lang="en-US" sz="1570" spc="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creative portfolio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247239" y="8266304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47239" y="2732069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14534" y="4386827"/>
            <a:ext cx="15218539" cy="126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3"/>
              </a:lnSpc>
            </a:pPr>
            <a:r>
              <a:rPr lang="en-US" sz="738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</a:t>
            </a:r>
            <a:r>
              <a:rPr lang="en-US" b="true" sz="73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Workspace Collaboration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247239" y="8266304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47239" y="2732069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41587">
            <a:off x="1823802" y="2758735"/>
            <a:ext cx="3238051" cy="1090004"/>
          </a:xfrm>
          <a:custGeom>
            <a:avLst/>
            <a:gdLst/>
            <a:ahLst/>
            <a:cxnLst/>
            <a:rect r="r" b="b" t="t" l="l"/>
            <a:pathLst>
              <a:path h="1090004" w="3238051">
                <a:moveTo>
                  <a:pt x="0" y="0"/>
                </a:moveTo>
                <a:lnTo>
                  <a:pt x="3238051" y="0"/>
                </a:lnTo>
                <a:lnTo>
                  <a:pt x="3238051" y="1090004"/>
                </a:lnTo>
                <a:lnTo>
                  <a:pt x="0" y="10900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H="true">
            <a:off x="8891749" y="2319849"/>
            <a:ext cx="0" cy="7170794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529464" y="4103310"/>
            <a:ext cx="5515965" cy="1332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  <a:spcBef>
                <a:spcPct val="0"/>
              </a:spcBef>
            </a:pPr>
            <a:r>
              <a:rPr lang="en-US" sz="1928" spc="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441587">
            <a:off x="9427985" y="2927098"/>
            <a:ext cx="3238051" cy="1090004"/>
          </a:xfrm>
          <a:custGeom>
            <a:avLst/>
            <a:gdLst/>
            <a:ahLst/>
            <a:cxnLst/>
            <a:rect r="r" b="b" t="t" l="l"/>
            <a:pathLst>
              <a:path h="1090004" w="3238051">
                <a:moveTo>
                  <a:pt x="0" y="0"/>
                </a:moveTo>
                <a:lnTo>
                  <a:pt x="3238051" y="0"/>
                </a:lnTo>
                <a:lnTo>
                  <a:pt x="3238051" y="1090003"/>
                </a:lnTo>
                <a:lnTo>
                  <a:pt x="0" y="1090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0"/>
            <a:ext cx="19218483" cy="10577650"/>
          </a:xfrm>
          <a:custGeom>
            <a:avLst/>
            <a:gdLst/>
            <a:ahLst/>
            <a:cxnLst/>
            <a:rect r="r" b="b" t="t" l="l"/>
            <a:pathLst>
              <a:path h="10577650" w="19218483">
                <a:moveTo>
                  <a:pt x="0" y="0"/>
                </a:moveTo>
                <a:lnTo>
                  <a:pt x="19218483" y="0"/>
                </a:lnTo>
                <a:lnTo>
                  <a:pt x="19218483" y="10577650"/>
                </a:lnTo>
                <a:lnTo>
                  <a:pt x="0" y="105776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778" t="0" r="-777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981013" y="1593147"/>
            <a:ext cx="1975199" cy="2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  <a:spcBef>
                <a:spcPct val="0"/>
              </a:spcBef>
            </a:pPr>
            <a:r>
              <a:rPr lang="en-US" sz="1570" spc="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creative portfolio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47239" y="8266304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70378" y="8552138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2173714" y="2319849"/>
            <a:ext cx="0" cy="7170794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0594187"/>
          </a:xfrm>
          <a:custGeom>
            <a:avLst/>
            <a:gdLst/>
            <a:ahLst/>
            <a:cxnLst/>
            <a:rect r="r" b="b" t="t" l="l"/>
            <a:pathLst>
              <a:path h="10594187" w="18288000">
                <a:moveTo>
                  <a:pt x="0" y="0"/>
                </a:moveTo>
                <a:lnTo>
                  <a:pt x="18288000" y="0"/>
                </a:lnTo>
                <a:lnTo>
                  <a:pt x="18288000" y="10594187"/>
                </a:lnTo>
                <a:lnTo>
                  <a:pt x="0" y="10594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125" t="0" r="-712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81013" y="1593147"/>
            <a:ext cx="1975199" cy="2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  <a:spcBef>
                <a:spcPct val="0"/>
              </a:spcBef>
            </a:pPr>
            <a:r>
              <a:rPr lang="en-US" sz="1570" spc="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creative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DAHFb7ENSE4</dc:identifier>
  <dcterms:modified xsi:type="dcterms:W3CDTF">2011-08-01T06:04:30Z</dcterms:modified>
  <cp:revision>1</cp:revision>
  <dc:title>AASTHA</dc:title>
</cp:coreProperties>
</file>